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2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7FE8C-6E0B-CAEC-E7AC-7A2C55378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EC42C-A8BC-4F0C-493A-46634B9B7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1EF1F-54ED-89E5-04B9-346F7E1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9F2-3175-480D-9676-685C872DF07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D3E16-FE6B-AAC5-8F18-95517F7C7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7A6AD-8E59-F886-34A2-E10861B4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E073-003E-4E02-AAE7-29ABA670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33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F9E33-42E9-81C7-0BC2-C8EEB7C25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4317C-DA1E-09F1-8C60-5559157E1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9DA5E-C448-5004-4BF7-F91254C6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9F2-3175-480D-9676-685C872DF07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08535-064F-06F0-5A79-882D9B9C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B2FD8-0847-F2E7-B3A6-B28A01602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E073-003E-4E02-AAE7-29ABA670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88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A2D9F-9A0C-9862-5A79-EF6BF31F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733C0-3720-D725-3E24-8C1B310A7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C9E60-D7A1-4735-98EC-F5E5AF2A2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9F2-3175-480D-9676-685C872DF07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2C5E9-939D-8B1C-2803-E37B875C8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D3B83-5731-99D9-AB99-ABE93DE55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E073-003E-4E02-AAE7-29ABA670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24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F1702-66DB-57B3-511B-30CF44019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8B05F-C5CD-7019-34E2-F4A35B631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3415D-5898-2324-B560-FD2DDF3F8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50F05-B975-82BB-D70E-4E006FCB7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9F2-3175-480D-9676-685C872DF07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D8D0-1A6D-631D-8278-9AC041C2D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242EA-79FB-BB0A-1AD7-9798484E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E073-003E-4E02-AAE7-29ABA670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17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3B28-D9BF-C868-E973-1E287361D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97E72-5CF1-DE11-9005-AF46ED55C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D0784-BD2F-3CD9-4990-92BF1A2D3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B2B458-4078-15BA-3B29-B0E2B88C8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56567-4B25-4854-47C1-6273801561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4E5EDE-59BA-3424-C642-ED858ED5F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9F2-3175-480D-9676-685C872DF07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0015E-3186-C9F8-023E-5A4D56618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4ABBF-6279-9F24-A038-72D6472F9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E073-003E-4E02-AAE7-29ABA670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188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8FBC-1AE5-3366-BE6A-AAA2404B1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A6DB7-E0A0-69D8-34D4-11163BD81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9F2-3175-480D-9676-685C872DF07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2FB65-07DD-789D-47B1-F9E5B7FF4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C2070-E2CF-C0EB-C96D-72115211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E073-003E-4E02-AAE7-29ABA670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50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D578E-0CCE-9C60-C36D-1D67B9C0B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9F2-3175-480D-9676-685C872DF07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CF5C1-2064-FA59-A580-69C5433FD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752C1-C447-3747-EA80-368391C7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E073-003E-4E02-AAE7-29ABA670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65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8DAC-08C3-CF6E-7B4F-68506179D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8E355-5340-587C-EE55-9E962DD28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C6D95-1B8A-F4C4-2FC0-4FE2C8DC8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8BE9A-1C76-BA22-84C3-C05C125EF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9F2-3175-480D-9676-685C872DF07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9EC3B-2EC1-913D-4127-A45BE8BE6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6D232-89DE-923E-F31B-80AD2F7B3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E073-003E-4E02-AAE7-29ABA670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529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51DF-9C00-04E3-0A2E-C3D577F58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D58A28-6BEA-3D5F-C1AB-2B3359966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1BCE11-6191-5D11-2E76-B25A8ED9B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868A3-6D4C-1B11-00D9-96958CBA2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9F2-3175-480D-9676-685C872DF07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4B9DC-64CA-58B7-443E-3D672A23B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AA963-9688-4092-15EF-8909C3E1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E073-003E-4E02-AAE7-29ABA670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487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134F-444B-B731-CDC5-6145C81F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7C8338-BBCC-782B-A6DC-0F377F931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CE2AC-4B4B-9D62-0FB7-856736F4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9F2-3175-480D-9676-685C872DF07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35DF7-8BCC-6A46-84F6-411A7FC3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DADBC-EE5B-EDA4-B229-0E86C112E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E073-003E-4E02-AAE7-29ABA670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6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3154A-E2C5-961D-678B-2C4C9DA06D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EE9AB-64E1-6C13-62F6-13EFA8697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4044F-AA08-3056-F17B-01A84740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629F2-3175-480D-9676-685C872DF07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EAD57-0818-715A-2033-E076F5AA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8BE7F-C0C1-A4EB-D3A5-E788A5F11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CE073-003E-4E02-AAE7-29ABA670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115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923695-05A0-DA3D-9D34-42C4733F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920AB-F201-5AFB-D50E-CABD0E041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D6B3E-6972-45F1-BFBB-395B472D5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629F2-3175-480D-9676-685C872DF07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E4606-6E27-235A-A50B-80F6F6B1B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372A0-9BD3-949A-2E49-7DAF5D99A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CE073-003E-4E02-AAE7-29ABA670D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97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0AC4A-B4A2-71BD-5023-50C3B680F1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YouTube Video Link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E1F7B-80CC-C060-FAD4-AE6BF1C66E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https://youtu.be/6QRAlvOIPHs?si=UXf3XLAuSWXmkmtA</a:t>
            </a:r>
          </a:p>
        </p:txBody>
      </p:sp>
    </p:spTree>
    <p:extLst>
      <p:ext uri="{BB962C8B-B14F-4D97-AF65-F5344CB8AC3E}">
        <p14:creationId xmlns:p14="http://schemas.microsoft.com/office/powerpoint/2010/main" val="1379844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YouTube Video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Devil _Hunter</dc:creator>
  <cp:lastModifiedBy>Devil _Hunter</cp:lastModifiedBy>
  <cp:revision>1</cp:revision>
  <dcterms:created xsi:type="dcterms:W3CDTF">2026-05-03T18:24:23Z</dcterms:created>
  <dcterms:modified xsi:type="dcterms:W3CDTF">2026-05-03T18:24:23Z</dcterms:modified>
</cp:coreProperties>
</file>