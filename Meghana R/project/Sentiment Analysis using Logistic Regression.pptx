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8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9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0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4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6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7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2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6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65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6756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71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96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38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56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3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D6FF5F-CB89-4DEA-A536-144DF88286A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D6FED-8265-4AEA-94E6-023448FED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72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Sentiment Analysis using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623420"/>
          </a:xfrm>
        </p:spPr>
        <p:txBody>
          <a:bodyPr/>
          <a:lstStyle/>
          <a:p>
            <a:r>
              <a:rPr lang="en-US" dirty="0" smtClean="0"/>
              <a:t>                                                                                              BY: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MEGHANA.R</a:t>
            </a:r>
          </a:p>
          <a:p>
            <a:r>
              <a:rPr lang="en-US" dirty="0" smtClean="0"/>
              <a:t>                                                                                                25PG00174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73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4307" y="580182"/>
            <a:ext cx="7760677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Introduction</a:t>
            </a:r>
          </a:p>
          <a:p>
            <a:r>
              <a:rPr lang="en-US" dirty="0" smtClean="0"/>
              <a:t>Sentiment Analysis is used to identify opinions in text</a:t>
            </a:r>
          </a:p>
          <a:p>
            <a:r>
              <a:rPr lang="en-US" dirty="0" smtClean="0"/>
              <a:t>It classifies text as Positive or Negative</a:t>
            </a:r>
          </a:p>
          <a:p>
            <a:r>
              <a:rPr lang="en-US" dirty="0" smtClean="0"/>
              <a:t>Widely used in reviews, social media, feedback systems</a:t>
            </a:r>
          </a:p>
          <a:p>
            <a:r>
              <a:rPr lang="en-US" dirty="0" smtClean="0"/>
              <a:t>Sentiment Analysis is a technique in Natural Language Processing (NLP)</a:t>
            </a:r>
          </a:p>
          <a:p>
            <a:r>
              <a:rPr lang="en-US" dirty="0" smtClean="0"/>
              <a:t>Used to identify emotions/opinions in text data</a:t>
            </a:r>
          </a:p>
          <a:p>
            <a:r>
              <a:rPr lang="en-US" dirty="0" smtClean="0"/>
              <a:t>Classifies text into:</a:t>
            </a:r>
          </a:p>
          <a:p>
            <a:r>
              <a:rPr lang="en-US" dirty="0" smtClean="0"/>
              <a:t>Positive</a:t>
            </a:r>
          </a:p>
          <a:p>
            <a:r>
              <a:rPr lang="en-US" dirty="0" smtClean="0"/>
              <a:t>Negative</a:t>
            </a:r>
          </a:p>
          <a:p>
            <a:r>
              <a:rPr lang="en-US" dirty="0" smtClean="0"/>
              <a:t>Helps organizations understand customer feedback</a:t>
            </a:r>
          </a:p>
          <a:p>
            <a:r>
              <a:rPr lang="en-US" dirty="0" smtClean="0"/>
              <a:t>Commonly used in:</a:t>
            </a:r>
          </a:p>
          <a:p>
            <a:r>
              <a:rPr lang="en-US" dirty="0" smtClean="0"/>
              <a:t>Product reviews</a:t>
            </a:r>
          </a:p>
          <a:p>
            <a:r>
              <a:rPr lang="en-US" dirty="0" smtClean="0"/>
              <a:t>Social media analysis</a:t>
            </a:r>
          </a:p>
          <a:p>
            <a:r>
              <a:rPr lang="en-US" dirty="0" smtClean="0"/>
              <a:t>Customer support systems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0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093" y="1000368"/>
            <a:ext cx="88939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Problem Statement</a:t>
            </a:r>
          </a:p>
          <a:p>
            <a:endParaRPr lang="en-US" b="1" dirty="0" smtClean="0"/>
          </a:p>
          <a:p>
            <a:r>
              <a:rPr lang="en-US" dirty="0" smtClean="0"/>
              <a:t>Huge amount of unstructured text data is generated daily</a:t>
            </a:r>
          </a:p>
          <a:p>
            <a:r>
              <a:rPr lang="en-US" dirty="0" smtClean="0"/>
              <a:t>Manual analysis is:</a:t>
            </a:r>
          </a:p>
          <a:p>
            <a:r>
              <a:rPr lang="en-US" dirty="0" smtClean="0"/>
              <a:t>Time-consuming</a:t>
            </a:r>
          </a:p>
          <a:p>
            <a:r>
              <a:rPr lang="en-US" dirty="0" smtClean="0"/>
              <a:t>Error-prone</a:t>
            </a:r>
          </a:p>
          <a:p>
            <a:endParaRPr lang="en-US" dirty="0" smtClean="0"/>
          </a:p>
          <a:p>
            <a:r>
              <a:rPr lang="en-US" dirty="0" smtClean="0"/>
              <a:t>Difficult to understand sentiment in large datasets</a:t>
            </a:r>
          </a:p>
          <a:p>
            <a:endParaRPr lang="en-US" dirty="0" smtClean="0"/>
          </a:p>
          <a:p>
            <a:r>
              <a:rPr lang="en-US" dirty="0" smtClean="0"/>
              <a:t>Traditional systems fail to capture contextual meaning</a:t>
            </a:r>
          </a:p>
          <a:p>
            <a:endParaRPr lang="en-US" dirty="0" smtClean="0"/>
          </a:p>
          <a:p>
            <a:r>
              <a:rPr lang="en-US" dirty="0" smtClean="0"/>
              <a:t>Need for automated, accurate sentiment classification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4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62708" y="1312985"/>
            <a:ext cx="85812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Existing System</a:t>
            </a:r>
          </a:p>
          <a:p>
            <a:r>
              <a:rPr lang="en-US" dirty="0" smtClean="0"/>
              <a:t>Uses traditional Machine Learning algorithms:</a:t>
            </a:r>
          </a:p>
          <a:p>
            <a:r>
              <a:rPr lang="en-US" dirty="0" smtClean="0"/>
              <a:t>Naive Bayes</a:t>
            </a:r>
          </a:p>
          <a:p>
            <a:r>
              <a:rPr lang="en-US" dirty="0" smtClean="0"/>
              <a:t>Support Vector Machines (SVM)</a:t>
            </a:r>
          </a:p>
          <a:p>
            <a:r>
              <a:rPr lang="en-US" dirty="0" smtClean="0"/>
              <a:t>Converts text into numerical form using basic methods</a:t>
            </a:r>
          </a:p>
          <a:p>
            <a:r>
              <a:rPr lang="en-US" dirty="0" smtClean="0"/>
              <a:t>Treats each word independently</a:t>
            </a:r>
          </a:p>
          <a:p>
            <a:r>
              <a:rPr lang="en-US" dirty="0" smtClean="0"/>
              <a:t>Works well for simple sentences</a:t>
            </a:r>
          </a:p>
          <a:p>
            <a:r>
              <a:rPr lang="en-US" dirty="0" smtClean="0"/>
              <a:t>Used in early research papers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6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908" y="1141046"/>
            <a:ext cx="88860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Limitations of Existing System</a:t>
            </a:r>
          </a:p>
          <a:p>
            <a:r>
              <a:rPr lang="en-US" dirty="0" smtClean="0"/>
              <a:t>Cannot understand context or word relationships</a:t>
            </a:r>
          </a:p>
          <a:p>
            <a:r>
              <a:rPr lang="en-US" dirty="0" smtClean="0"/>
              <a:t>Fails in handling negation:</a:t>
            </a:r>
          </a:p>
          <a:p>
            <a:r>
              <a:rPr lang="en-US" dirty="0" smtClean="0"/>
              <a:t>Example: “not good”</a:t>
            </a:r>
          </a:p>
          <a:p>
            <a:r>
              <a:rPr lang="en-US" dirty="0" smtClean="0"/>
              <a:t>Ignores word order in sentences</a:t>
            </a:r>
          </a:p>
          <a:p>
            <a:r>
              <a:rPr lang="en-US" dirty="0" smtClean="0"/>
              <a:t>Lower prediction accuracy</a:t>
            </a:r>
          </a:p>
          <a:p>
            <a:r>
              <a:rPr lang="en-US" dirty="0" smtClean="0"/>
              <a:t>Sensitive to small dataset size</a:t>
            </a:r>
          </a:p>
          <a:p>
            <a:r>
              <a:rPr lang="en-US" dirty="0" smtClean="0"/>
              <a:t>Limited ability to generalize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66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5477" y="1867878"/>
            <a:ext cx="86985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Proposed System</a:t>
            </a:r>
          </a:p>
          <a:p>
            <a:r>
              <a:rPr lang="en-US" dirty="0" smtClean="0"/>
              <a:t>Uses Logistic Regression algorithm</a:t>
            </a:r>
          </a:p>
          <a:p>
            <a:r>
              <a:rPr lang="en-US" dirty="0" smtClean="0"/>
              <a:t>Applies TF-IDF for feature extraction</a:t>
            </a:r>
          </a:p>
          <a:p>
            <a:r>
              <a:rPr lang="en-US" dirty="0" smtClean="0"/>
              <a:t>Uses N-grams to capture word combinations</a:t>
            </a:r>
          </a:p>
          <a:p>
            <a:r>
              <a:rPr lang="en-US" dirty="0" smtClean="0"/>
              <a:t>Improves handling of phrases like “not good”</a:t>
            </a:r>
          </a:p>
          <a:p>
            <a:r>
              <a:rPr lang="en-US" dirty="0" smtClean="0"/>
              <a:t>Provides better classification accuracy</a:t>
            </a:r>
          </a:p>
          <a:p>
            <a:r>
              <a:rPr lang="en-US" dirty="0" smtClean="0"/>
              <a:t>Simple, efficient, and easy to implement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1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662" y="906585"/>
            <a:ext cx="87063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Methodology</a:t>
            </a:r>
          </a:p>
          <a:p>
            <a:r>
              <a:rPr lang="en-US" dirty="0" smtClean="0"/>
              <a:t>Data Collection</a:t>
            </a:r>
          </a:p>
          <a:p>
            <a:r>
              <a:rPr lang="en-US" dirty="0" smtClean="0"/>
              <a:t>Created dataset with positive &amp; negative sentences</a:t>
            </a:r>
          </a:p>
          <a:p>
            <a:r>
              <a:rPr lang="en-US" dirty="0" smtClean="0"/>
              <a:t>Data Preprocessing</a:t>
            </a:r>
          </a:p>
          <a:p>
            <a:r>
              <a:rPr lang="en-US" dirty="0" smtClean="0"/>
              <a:t>Cleaned text data</a:t>
            </a:r>
          </a:p>
          <a:p>
            <a:r>
              <a:rPr lang="en-US" dirty="0" smtClean="0"/>
              <a:t>Feature Extraction</a:t>
            </a:r>
          </a:p>
          <a:p>
            <a:r>
              <a:rPr lang="en-US" dirty="0" smtClean="0"/>
              <a:t>Applied TF-IDF</a:t>
            </a:r>
          </a:p>
          <a:p>
            <a:r>
              <a:rPr lang="en-US" dirty="0" smtClean="0"/>
              <a:t>Model Training</a:t>
            </a:r>
          </a:p>
          <a:p>
            <a:r>
              <a:rPr lang="en-US" dirty="0" smtClean="0"/>
              <a:t>Used Logistic Regression</a:t>
            </a:r>
          </a:p>
          <a:p>
            <a:r>
              <a:rPr lang="en-US" dirty="0" smtClean="0"/>
              <a:t>Prediction</a:t>
            </a:r>
          </a:p>
          <a:p>
            <a:r>
              <a:rPr lang="en-US" dirty="0" smtClean="0"/>
              <a:t>Classified input as positive or negative</a:t>
            </a:r>
          </a:p>
          <a:p>
            <a:r>
              <a:rPr lang="en-US" dirty="0" smtClean="0"/>
              <a:t>Evaluation</a:t>
            </a:r>
          </a:p>
          <a:p>
            <a:r>
              <a:rPr lang="en-US" dirty="0" smtClean="0"/>
              <a:t>Checked output accuracy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828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169" y="1445846"/>
            <a:ext cx="885483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Implementation</a:t>
            </a:r>
          </a:p>
          <a:p>
            <a:r>
              <a:rPr lang="en-US" dirty="0" smtClean="0"/>
              <a:t>Implemented using Python in Google </a:t>
            </a:r>
            <a:r>
              <a:rPr lang="en-US" dirty="0" err="1" smtClean="0"/>
              <a:t>Colab</a:t>
            </a:r>
            <a:endParaRPr lang="en-US" dirty="0" smtClean="0"/>
          </a:p>
          <a:p>
            <a:r>
              <a:rPr lang="en-US" dirty="0" smtClean="0"/>
              <a:t>Libraries used:</a:t>
            </a:r>
          </a:p>
          <a:p>
            <a:r>
              <a:rPr lang="en-US" dirty="0" smtClean="0"/>
              <a:t>pandas (data handling)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 (ML models)</a:t>
            </a:r>
          </a:p>
          <a:p>
            <a:r>
              <a:rPr lang="en-US" dirty="0" smtClean="0"/>
              <a:t>Steps performed:</a:t>
            </a:r>
          </a:p>
          <a:p>
            <a:r>
              <a:rPr lang="en-US" dirty="0" smtClean="0"/>
              <a:t>Dataset creation</a:t>
            </a:r>
          </a:p>
          <a:p>
            <a:r>
              <a:rPr lang="en-US" dirty="0" err="1" smtClean="0"/>
              <a:t>Vectorization</a:t>
            </a:r>
            <a:endParaRPr lang="en-US" dirty="0" smtClean="0"/>
          </a:p>
          <a:p>
            <a:r>
              <a:rPr lang="en-US" dirty="0" smtClean="0"/>
              <a:t>Model training</a:t>
            </a:r>
          </a:p>
          <a:p>
            <a:r>
              <a:rPr lang="en-US" dirty="0" smtClean="0"/>
              <a:t>Prediction</a:t>
            </a:r>
          </a:p>
          <a:p>
            <a:r>
              <a:rPr lang="en-US" dirty="0" smtClean="0"/>
              <a:t>Code executed successfully without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34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215" y="1398954"/>
            <a:ext cx="87297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Results 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69" y="1501676"/>
            <a:ext cx="5314462" cy="49538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476" y="1583620"/>
            <a:ext cx="4822093" cy="476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2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48" y="1135113"/>
            <a:ext cx="3867349" cy="27433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456" y="742462"/>
            <a:ext cx="3645087" cy="32121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11939" y="423996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Points:</a:t>
            </a:r>
          </a:p>
          <a:p>
            <a:r>
              <a:rPr lang="en-US" dirty="0" smtClean="0"/>
              <a:t>Model successfully classifies sentiment Correctly predicts: </a:t>
            </a:r>
          </a:p>
          <a:p>
            <a:r>
              <a:rPr lang="en-US" dirty="0" smtClean="0"/>
              <a:t>Positive sentences</a:t>
            </a:r>
          </a:p>
          <a:p>
            <a:r>
              <a:rPr lang="en-US" dirty="0" smtClean="0"/>
              <a:t>Negative sentences</a:t>
            </a:r>
          </a:p>
          <a:p>
            <a:r>
              <a:rPr lang="en-US" dirty="0" smtClean="0"/>
              <a:t>Handles negation using n-grams </a:t>
            </a:r>
          </a:p>
          <a:p>
            <a:r>
              <a:rPr lang="en-US" dirty="0" smtClean="0"/>
              <a:t>Output is consistent and reliable</a:t>
            </a:r>
          </a:p>
          <a:p>
            <a:r>
              <a:rPr lang="en-US" dirty="0" smtClean="0"/>
              <a:t> Demonstrates improvement over basic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13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108" y="1594338"/>
            <a:ext cx="81748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Conclusion &amp; Future Work</a:t>
            </a:r>
          </a:p>
          <a:p>
            <a:r>
              <a:rPr lang="en-US" b="1" dirty="0" smtClean="0"/>
              <a:t>Conclusion:</a:t>
            </a:r>
          </a:p>
          <a:p>
            <a:r>
              <a:rPr lang="en-US" dirty="0" smtClean="0"/>
              <a:t>Logistic Regression is effective for sentiment analysis</a:t>
            </a:r>
          </a:p>
          <a:p>
            <a:r>
              <a:rPr lang="en-US" dirty="0" smtClean="0"/>
              <a:t>TF-IDF improves feature representation</a:t>
            </a:r>
          </a:p>
          <a:p>
            <a:r>
              <a:rPr lang="en-US" dirty="0" smtClean="0"/>
              <a:t>N-grams help capture contextual meaning</a:t>
            </a:r>
          </a:p>
          <a:p>
            <a:r>
              <a:rPr lang="en-US" dirty="0" smtClean="0"/>
              <a:t>Model provides accurate and stable results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Future Work:</a:t>
            </a:r>
          </a:p>
          <a:p>
            <a:r>
              <a:rPr lang="en-US" dirty="0" smtClean="0"/>
              <a:t>Use larger real-world datasets (</a:t>
            </a:r>
            <a:r>
              <a:rPr lang="en-US" dirty="0" err="1" smtClean="0"/>
              <a:t>IMDb</a:t>
            </a:r>
            <a:r>
              <a:rPr lang="en-US" dirty="0" smtClean="0"/>
              <a:t>, Twitter)</a:t>
            </a:r>
          </a:p>
          <a:p>
            <a:r>
              <a:rPr lang="en-US" dirty="0" smtClean="0"/>
              <a:t>Apply Deep Learning models (LSTM, RNN)</a:t>
            </a:r>
          </a:p>
          <a:p>
            <a:r>
              <a:rPr lang="en-US" dirty="0" smtClean="0"/>
              <a:t>Improve handling of complex sentences</a:t>
            </a:r>
          </a:p>
          <a:p>
            <a:r>
              <a:rPr lang="en-US" dirty="0" smtClean="0"/>
              <a:t>Build real-time sentiment analysis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850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392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Sentiment Analysis using 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using Logistic Regression</dc:title>
  <dc:creator>Whynew.in</dc:creator>
  <cp:lastModifiedBy>Whynew.in</cp:lastModifiedBy>
  <cp:revision>4</cp:revision>
  <dcterms:created xsi:type="dcterms:W3CDTF">2026-05-03T14:40:08Z</dcterms:created>
  <dcterms:modified xsi:type="dcterms:W3CDTF">2026-05-03T15:07:09Z</dcterms:modified>
</cp:coreProperties>
</file>